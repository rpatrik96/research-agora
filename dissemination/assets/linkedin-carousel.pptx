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Research Agora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434840"/>
            <a:ext cx="274320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ECDC4"/>
                </a:solidFill>
                <a:latin typeface="Calibri"/>
              </a:rPr>
              <a:t>61 Open-Source AI Skills for ML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  <a:latin typeface="Calibri"/>
              </a:rPr>
              <a:t>Built by a researcher, for researchers.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8778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1A1A2E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920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94560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2860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5943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>Researchers use ChatGPT for everything.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>But there are no verified, reusable workflows.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>Citation hallucinations pass peer review.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>We need infrastructure — not just chat.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8778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1A1A2E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9202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4ECDC4"/>
                </a:solidFill>
                <a:latin typeface="Calibri"/>
              </a:rPr>
              <a:t>Research Agora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74320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5943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>A skills marketplace for ML research.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>61 public skills  ·  6 plugins  ·  MIT license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FFFFFF"/>
                </a:solidFill>
                <a:latin typeface="Calibri"/>
              </a:rPr>
              <a:t>One install command. Works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8778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1A1A2E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9202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What You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20040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ECDC4"/>
                </a:solidFill>
                <a:latin typeface="Calibri"/>
              </a:rPr>
              <a:t>▸ /paper-review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103120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AAAACC"/>
                </a:solidFill>
                <a:latin typeface="Calibri"/>
              </a:rPr>
              <a:t>Simulate a skeptical reviewer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52928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ECDC4"/>
                </a:solidFill>
                <a:latin typeface="Calibri"/>
              </a:rPr>
              <a:t>▸ /paper-references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852928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AAAACC"/>
                </a:solidFill>
                <a:latin typeface="Calibri"/>
              </a:rPr>
              <a:t>Catch hallucinated citations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02736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ECDC4"/>
                </a:solidFill>
                <a:latin typeface="Calibri"/>
              </a:rPr>
              <a:t>▸ /proof-auditor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602736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AAAACC"/>
                </a:solidFill>
                <a:latin typeface="Calibri"/>
              </a:rPr>
              <a:t>Verify mathematical proofs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52544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ECDC4"/>
                </a:solidFill>
                <a:latin typeface="Calibri"/>
              </a:rPr>
              <a:t>▸ /claim-auditor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352544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AAAACC"/>
                </a:solidFill>
                <a:latin typeface="Calibri"/>
              </a:rPr>
              <a:t>Audit evidence for every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02352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ECDC4"/>
                </a:solidFill>
                <a:latin typeface="Calibri"/>
              </a:rPr>
              <a:t>▸ /paper-introduction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102352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AAAACC"/>
                </a:solidFill>
                <a:latin typeface="Calibri"/>
              </a:rPr>
              <a:t>Draft compelling intros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8778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1A1A2E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9202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Verified, Not Vibes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65760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FFFFFF"/>
                </a:solidFill>
                <a:latin typeface="Calibri"/>
              </a:rPr>
              <a:t>Every verification skill ships with a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863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ECDC4"/>
                </a:solidFill>
                <a:latin typeface="Calibri"/>
              </a:rPr>
              <a:t>L1  </a:t>
            </a:r>
            <a:r>
              <a:rPr sz="2200" b="0">
                <a:solidFill>
                  <a:srgbClr val="AAAACC"/>
                </a:solidFill>
                <a:latin typeface="Calibri"/>
              </a:rPr>
              <a:t>Code-verified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64992"/>
            <a:ext cx="7863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ECDC4"/>
                </a:solidFill>
                <a:latin typeface="Calibri"/>
              </a:rPr>
              <a:t>L2  </a:t>
            </a:r>
            <a:r>
              <a:rPr sz="2200" b="0">
                <a:solidFill>
                  <a:srgbClr val="AAAACC"/>
                </a:solidFill>
                <a:latin typeface="Calibri"/>
              </a:rPr>
              <a:t>Reproducible 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7863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ECDC4"/>
                </a:solidFill>
                <a:latin typeface="Calibri"/>
              </a:rPr>
              <a:t>L3  </a:t>
            </a:r>
            <a:r>
              <a:rPr sz="2200" b="0">
                <a:solidFill>
                  <a:srgbClr val="AAAACC"/>
                </a:solidFill>
                <a:latin typeface="Calibri"/>
              </a:rPr>
              <a:t>Paper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42816"/>
            <a:ext cx="7863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ECDC4"/>
                </a:solidFill>
                <a:latin typeface="Calibri"/>
              </a:rPr>
              <a:t>L4  </a:t>
            </a:r>
            <a:r>
              <a:rPr sz="2200" b="0">
                <a:solidFill>
                  <a:srgbClr val="AAAACC"/>
                </a:solidFill>
                <a:latin typeface="Calibri"/>
              </a:rPr>
              <a:t>Citation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1728"/>
            <a:ext cx="7863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ECDC4"/>
                </a:solidFill>
                <a:latin typeface="Calibri"/>
              </a:rPr>
              <a:t>L5  </a:t>
            </a:r>
            <a:r>
              <a:rPr sz="2200" b="0">
                <a:solidFill>
                  <a:srgbClr val="AAAACC"/>
                </a:solidFill>
                <a:latin typeface="Calibri"/>
              </a:rPr>
              <a:t>Logical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7863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ECDC4"/>
                </a:solidFill>
                <a:latin typeface="Calibri"/>
              </a:rPr>
              <a:t>L6  </a:t>
            </a:r>
            <a:r>
              <a:rPr sz="2200" b="0">
                <a:solidFill>
                  <a:srgbClr val="AAAACC"/>
                </a:solidFill>
                <a:latin typeface="Calibri"/>
              </a:rPr>
              <a:t>Assertion (no evidence)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498079"/>
            <a:ext cx="7863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>
                <a:solidFill>
                  <a:srgbClr val="4ECDC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4ECDC4"/>
                </a:solidFill>
                <a:latin typeface="Calibri"/>
              </a:rPr>
              <a:t>You can measure skill quality.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8778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1A1A2E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920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Works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2004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Claude Code (native)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Cursor (.mdc rules)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Gemini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GitHub Copilot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669280"/>
            <a:ext cx="457200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7863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>Conversion tool included.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>No vendor lock-in.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8778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1A1A2E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9202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Benchmarked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28600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6400800" cy="2560320"/>
          </a:xfrm>
          <a:prstGeom prst="rect">
            <a:avLst/>
          </a:prstGeom>
          <a:solidFill>
            <a:srgbClr val="222244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AAAACC"/>
                </a:solidFill>
                <a:latin typeface="Calibri"/>
              </a:rPr>
              <a:t>HALLMARK citation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4ECDC4"/>
                </a:solidFill>
                <a:latin typeface="Calibri"/>
              </a:rPr>
              <a:t>F1-H: 0.908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78638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>Quarterly refresh.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>Open leaderboard.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>Measure before you trust.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8778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1A1A2E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920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94560"/>
                </a:solidFill>
                <a:latin typeface="Calibri"/>
              </a:rPr>
              <a:t>P-AGI Workshop @ ICLR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0292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7863840" cy="16459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latin typeface="Calibri"/>
              </a:rPr>
              <a:t>“Skills, Benchmarks, and Verification
Are What AI-Assisted Research Needs”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78638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>Test-driven research: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>Define verification criteria</a:t>
            </a:r>
          </a:p>
          <a:p>
            <a:pPr algn="l">
              <a:spcAft>
                <a:spcPts val="400"/>
              </a:spcAft>
            </a:pPr>
            <a:r>
              <a:rPr sz="2600">
                <a:solidFill>
                  <a:srgbClr val="AAAACC"/>
                </a:solidFill>
                <a:latin typeface="Calibri"/>
              </a:rPr>
              <a:t>BEFORE delegating to 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8778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1A1A2E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Get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01168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ECDC4"/>
                </a:solidFill>
                <a:latin typeface="Calibri"/>
              </a:rPr>
              <a:t>Browse: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8600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AAAACC"/>
                </a:solidFill>
                <a:latin typeface="Calibri"/>
              </a:rPr>
              <a:t>rpatrik96.github.io/research-agora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ECDC4"/>
                </a:solidFill>
                <a:latin typeface="Calibri"/>
              </a:rPr>
              <a:t>Install: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20040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AAAACC"/>
                </a:solidFill>
                <a:latin typeface="Calibri"/>
              </a:rPr>
              <a:t>/plugin marketplace add rpatrik96/research-agora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ECDC4"/>
                </a:solidFill>
                <a:latin typeface="Calibri"/>
              </a:rPr>
              <a:t>Contribute: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11480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AAAACC"/>
                </a:solidFill>
                <a:latin typeface="Calibri"/>
              </a:rPr>
              <a:t>github.com/rpatrik96/research-agora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03520"/>
            <a:ext cx="4572000" cy="254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Save this post ↓  ·  Link in comments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8778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1A1A2E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